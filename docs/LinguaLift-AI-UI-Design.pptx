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in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gister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cement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cement Test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me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me Dashboard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actice R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actice Room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d B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d Bank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gress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tifi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otifications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sso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sson Detail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t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ttings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b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bscription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LinguaLift AI UI Design</dc:title>
  <dc:creator>Codex</dc:creator>
</cp:coreProperties>
</file>